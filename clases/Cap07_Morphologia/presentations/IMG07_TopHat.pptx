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0" r:id="rId2"/>
    <p:sldId id="832" r:id="rId3"/>
    <p:sldId id="833" r:id="rId4"/>
    <p:sldId id="405" r:id="rId5"/>
    <p:sldId id="827" r:id="rId6"/>
    <p:sldId id="828" r:id="rId7"/>
    <p:sldId id="826" r:id="rId8"/>
    <p:sldId id="811" r:id="rId9"/>
    <p:sldId id="829" r:id="rId10"/>
    <p:sldId id="831" r:id="rId11"/>
    <p:sldId id="830" r:id="rId12"/>
    <p:sldId id="818" r:id="rId13"/>
    <p:sldId id="825" r:id="rId14"/>
    <p:sldId id="822" r:id="rId15"/>
    <p:sldId id="819" r:id="rId16"/>
    <p:sldId id="82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10" autoAdjust="0"/>
    <p:restoredTop sz="50000" autoAdjust="0"/>
  </p:normalViewPr>
  <p:slideViewPr>
    <p:cSldViewPr snapToGrid="0" snapToObjects="1">
      <p:cViewPr varScale="1">
        <p:scale>
          <a:sx n="117" d="100"/>
          <a:sy n="117" d="100"/>
        </p:scale>
        <p:origin x="53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E74E5-43EB-8941-84E7-E76CE2DEF1CC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9F689-7EFB-7B46-8E3E-1F06033970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609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1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7778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21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9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3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89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03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0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5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1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0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5799D-8AC1-7647-9F4D-35F314575207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E793-07AD-7540-8DCF-256F4E8A7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7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5"/>
          <p:cNvSpPr txBox="1">
            <a:spLocks noChangeArrowheads="1"/>
          </p:cNvSpPr>
          <p:nvPr/>
        </p:nvSpPr>
        <p:spPr bwMode="auto">
          <a:xfrm>
            <a:off x="2567457" y="1690179"/>
            <a:ext cx="3975768" cy="372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CL" sz="2400" dirty="0">
                <a:solidFill>
                  <a:srgbClr val="FF0000"/>
                </a:solidFill>
                <a:latin typeface="Trebuchet MS" pitchFamily="34" charset="0"/>
              </a:rPr>
              <a:t>P</a:t>
            </a:r>
            <a:r>
              <a:rPr lang="es-CL" sz="2400" dirty="0">
                <a:solidFill>
                  <a:srgbClr val="3366FF"/>
                </a:solidFill>
                <a:latin typeface="Trebuchet MS" pitchFamily="34" charset="0"/>
              </a:rPr>
              <a:t>r</a:t>
            </a:r>
            <a:r>
              <a:rPr lang="es-CL" sz="2400" dirty="0">
                <a:solidFill>
                  <a:srgbClr val="FFFF00"/>
                </a:solidFill>
                <a:latin typeface="Trebuchet MS" pitchFamily="34" charset="0"/>
              </a:rPr>
              <a:t>o</a:t>
            </a:r>
            <a:r>
              <a:rPr lang="es-CL" sz="2400" dirty="0">
                <a:solidFill>
                  <a:srgbClr val="00FF00"/>
                </a:solidFill>
                <a:latin typeface="Trebuchet MS" pitchFamily="34" charset="0"/>
              </a:rPr>
              <a:t>c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e</a:t>
            </a:r>
            <a:r>
              <a:rPr lang="es-CL" sz="2400" dirty="0">
                <a:solidFill>
                  <a:srgbClr val="FF6600"/>
                </a:solidFill>
                <a:latin typeface="Trebuchet MS" pitchFamily="34" charset="0"/>
              </a:rPr>
              <a:t>s</a:t>
            </a:r>
            <a:r>
              <a:rPr lang="es-CL" sz="2400" dirty="0">
                <a:solidFill>
                  <a:srgbClr val="FF0000"/>
                </a:solidFill>
                <a:latin typeface="Trebuchet MS" pitchFamily="34" charset="0"/>
              </a:rPr>
              <a:t>a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m</a:t>
            </a:r>
            <a:r>
              <a:rPr lang="es-CL" sz="2400" dirty="0">
                <a:solidFill>
                  <a:srgbClr val="FFFF00"/>
                </a:solidFill>
                <a:latin typeface="Trebuchet MS" pitchFamily="34" charset="0"/>
              </a:rPr>
              <a:t>i</a:t>
            </a:r>
            <a:r>
              <a:rPr lang="es-CL" sz="2400" dirty="0">
                <a:solidFill>
                  <a:srgbClr val="00FF00"/>
                </a:solidFill>
                <a:latin typeface="Trebuchet MS" pitchFamily="34" charset="0"/>
              </a:rPr>
              <a:t>e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n</a:t>
            </a:r>
            <a:r>
              <a:rPr lang="es-CL" sz="2400" dirty="0">
                <a:solidFill>
                  <a:srgbClr val="FF6600"/>
                </a:solidFill>
                <a:latin typeface="Trebuchet MS" pitchFamily="34" charset="0"/>
              </a:rPr>
              <a:t>t</a:t>
            </a:r>
            <a:r>
              <a:rPr lang="es-CL" sz="2400" dirty="0">
                <a:solidFill>
                  <a:srgbClr val="FF0000"/>
                </a:solidFill>
                <a:latin typeface="Trebuchet MS" pitchFamily="34" charset="0"/>
              </a:rPr>
              <a:t>o</a:t>
            </a:r>
            <a:r>
              <a:rPr lang="es-CL" sz="2400" dirty="0">
                <a:solidFill>
                  <a:srgbClr val="3333CC"/>
                </a:solidFill>
                <a:latin typeface="Trebuchet MS" pitchFamily="34" charset="0"/>
              </a:rPr>
              <a:t> </a:t>
            </a:r>
            <a:r>
              <a:rPr lang="es-CL" sz="2400" dirty="0">
                <a:solidFill>
                  <a:srgbClr val="3366FF"/>
                </a:solidFill>
                <a:latin typeface="Trebuchet MS" pitchFamily="34" charset="0"/>
              </a:rPr>
              <a:t>d</a:t>
            </a:r>
            <a:r>
              <a:rPr lang="es-CL" sz="2400" dirty="0">
                <a:solidFill>
                  <a:srgbClr val="FFFF00"/>
                </a:solidFill>
                <a:latin typeface="Trebuchet MS" pitchFamily="34" charset="0"/>
              </a:rPr>
              <a:t>e </a:t>
            </a:r>
            <a:r>
              <a:rPr lang="es-CL" sz="2400" dirty="0">
                <a:solidFill>
                  <a:srgbClr val="00FF00"/>
                </a:solidFill>
                <a:latin typeface="Trebuchet MS" pitchFamily="34" charset="0"/>
              </a:rPr>
              <a:t>I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m</a:t>
            </a:r>
            <a:r>
              <a:rPr lang="es-CL" sz="2400" dirty="0">
                <a:solidFill>
                  <a:srgbClr val="FF6600"/>
                </a:solidFill>
                <a:latin typeface="Trebuchet MS" pitchFamily="34" charset="0"/>
              </a:rPr>
              <a:t>á</a:t>
            </a:r>
            <a:r>
              <a:rPr lang="es-CL" sz="2400" dirty="0">
                <a:solidFill>
                  <a:srgbClr val="FF0000"/>
                </a:solidFill>
                <a:latin typeface="Trebuchet MS" pitchFamily="34" charset="0"/>
              </a:rPr>
              <a:t>g</a:t>
            </a:r>
            <a:r>
              <a:rPr lang="es-CL" sz="2400" dirty="0">
                <a:solidFill>
                  <a:srgbClr val="3366FF"/>
                </a:solidFill>
                <a:latin typeface="Trebuchet MS" pitchFamily="34" charset="0"/>
              </a:rPr>
              <a:t>e</a:t>
            </a:r>
            <a:r>
              <a:rPr lang="es-CL" sz="2400" dirty="0">
                <a:solidFill>
                  <a:srgbClr val="FFFF00"/>
                </a:solidFill>
                <a:latin typeface="Trebuchet MS" pitchFamily="34" charset="0"/>
              </a:rPr>
              <a:t>n</a:t>
            </a:r>
            <a:r>
              <a:rPr lang="es-CL" sz="2400" dirty="0">
                <a:solidFill>
                  <a:srgbClr val="00FF00"/>
                </a:solidFill>
                <a:latin typeface="Trebuchet MS" pitchFamily="34" charset="0"/>
              </a:rPr>
              <a:t>e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s</a:t>
            </a:r>
            <a:endParaRPr lang="es-CL" sz="2400" dirty="0">
              <a:solidFill>
                <a:srgbClr val="FF0000"/>
              </a:solidFill>
              <a:latin typeface="Trebuchet MS" pitchFamily="34" charset="0"/>
            </a:endParaRPr>
          </a:p>
          <a:p>
            <a:pPr algn="ctr"/>
            <a:r>
              <a:rPr lang="es-CL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Trebuchet MS" pitchFamily="34" charset="0"/>
              </a:rPr>
              <a:t> </a:t>
            </a:r>
          </a:p>
          <a:p>
            <a:pPr algn="ctr"/>
            <a:endParaRPr lang="es-CL" sz="2400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endParaRPr lang="es-CL" sz="2400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endParaRPr lang="es-CL" sz="2400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endParaRPr lang="es-CL" sz="2400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endParaRPr lang="es-CL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r>
              <a:rPr lang="es-CL" sz="1400" dirty="0">
                <a:solidFill>
                  <a:schemeClr val="bg1">
                    <a:lumMod val="75000"/>
                  </a:schemeClr>
                </a:solidFill>
                <a:latin typeface="Trebuchet MS" pitchFamily="34" charset="0"/>
              </a:rPr>
              <a:t>Domingo Mery</a:t>
            </a:r>
          </a:p>
          <a:p>
            <a:pPr algn="ctr"/>
            <a:endParaRPr lang="es-CL" sz="1200" dirty="0">
              <a:solidFill>
                <a:schemeClr val="bg1">
                  <a:lumMod val="75000"/>
                </a:schemeClr>
              </a:solidFill>
              <a:latin typeface="Trebuchet MS" pitchFamily="34" charset="0"/>
            </a:endParaRPr>
          </a:p>
          <a:p>
            <a:pPr algn="ctr"/>
            <a:r>
              <a:rPr lang="es-CL" sz="1200" dirty="0">
                <a:solidFill>
                  <a:schemeClr val="bg1">
                    <a:lumMod val="75000"/>
                  </a:schemeClr>
                </a:solidFill>
                <a:latin typeface="Trebuchet MS" pitchFamily="34" charset="0"/>
              </a:rPr>
              <a:t>Departmento de Ciencia de la Computación</a:t>
            </a:r>
          </a:p>
          <a:p>
            <a:pPr algn="ctr"/>
            <a:r>
              <a:rPr lang="es-CL" sz="1200" dirty="0">
                <a:solidFill>
                  <a:schemeClr val="bg1">
                    <a:lumMod val="75000"/>
                  </a:schemeClr>
                </a:solidFill>
                <a:latin typeface="Trebuchet MS" pitchFamily="34" charset="0"/>
              </a:rPr>
              <a:t>Escuela de Ingeniería</a:t>
            </a:r>
          </a:p>
          <a:p>
            <a:pPr algn="ctr"/>
            <a:r>
              <a:rPr lang="es-CL" sz="1200" dirty="0">
                <a:solidFill>
                  <a:schemeClr val="bg1">
                    <a:lumMod val="75000"/>
                  </a:schemeClr>
                </a:solidFill>
                <a:latin typeface="Trebuchet MS" pitchFamily="34" charset="0"/>
              </a:rPr>
              <a:t>Universidad Católica de Chile</a:t>
            </a:r>
          </a:p>
          <a:p>
            <a:pPr algn="ctr"/>
            <a:endParaRPr lang="en-US" sz="1200" dirty="0">
              <a:solidFill>
                <a:schemeClr val="bg1">
                  <a:lumMod val="75000"/>
                </a:schemeClr>
              </a:solidFill>
              <a:latin typeface="Trebuchet MS" pitchFamily="34" charset="0"/>
            </a:endParaRPr>
          </a:p>
        </p:txBody>
      </p:sp>
      <p:pic>
        <p:nvPicPr>
          <p:cNvPr id="3" name="Picture 2" descr="Screen Shot 2014-07-28 at 3.30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599" y="932796"/>
            <a:ext cx="2252133" cy="7099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700665" y="1065604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853065" y="1218004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18618" y="1370404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005465" y="990856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808392" y="1501786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" y="3031066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FFFFFF"/>
                </a:solidFill>
                <a:latin typeface="Trebuchet MS"/>
                <a:cs typeface="Trebuchet MS"/>
              </a:rPr>
              <a:t>Filtro</a:t>
            </a:r>
            <a:r>
              <a:rPr lang="en-US" sz="24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Trebuchet MS"/>
                <a:cs typeface="Trebuchet MS"/>
              </a:rPr>
              <a:t>TopHat</a:t>
            </a:r>
            <a:endParaRPr lang="en-US" sz="2400" b="1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algn="ctr"/>
            <a:endParaRPr lang="es-CL" sz="100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algn="ctr"/>
            <a:r>
              <a:rPr lang="es-CL" sz="1000" dirty="0">
                <a:solidFill>
                  <a:srgbClr val="FFFFFF"/>
                </a:solidFill>
                <a:latin typeface="Trebuchet MS"/>
                <a:cs typeface="Trebuchet MS"/>
              </a:rPr>
              <a:t>[ Capítulo 7 ]</a:t>
            </a:r>
          </a:p>
        </p:txBody>
      </p:sp>
    </p:spTree>
    <p:extLst>
      <p:ext uri="{BB962C8B-B14F-4D97-AF65-F5344CB8AC3E}">
        <p14:creationId xmlns:p14="http://schemas.microsoft.com/office/powerpoint/2010/main" val="106993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8B994-E852-A6DB-BE54-D57C7DEE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64A3AC-59F7-72E4-C2E8-08F13CF6D9A0}"/>
              </a:ext>
            </a:extLst>
          </p:cNvPr>
          <p:cNvSpPr txBox="1"/>
          <p:nvPr/>
        </p:nvSpPr>
        <p:spPr>
          <a:xfrm>
            <a:off x="726503" y="381232"/>
            <a:ext cx="32358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Introducción:</a:t>
            </a:r>
          </a:p>
          <a:p>
            <a:endParaRPr lang="es-ES_tradnl" dirty="0">
              <a:latin typeface="Trebuchet MS" panose="020B0703020202090204" pitchFamily="34" charset="0"/>
            </a:endParaRPr>
          </a:p>
          <a:p>
            <a:r>
              <a:rPr lang="es-ES_tradnl" dirty="0">
                <a:latin typeface="Trebuchet MS" panose="020B0703020202090204" pitchFamily="34" charset="0"/>
              </a:rPr>
              <a:t>¿Qué pasa si esta imagen </a:t>
            </a:r>
          </a:p>
          <a:p>
            <a:r>
              <a:rPr lang="es-ES_tradnl" dirty="0">
                <a:latin typeface="Trebuchet MS" panose="020B0703020202090204" pitchFamily="34" charset="0"/>
              </a:rPr>
              <a:t>en tonos de gris es </a:t>
            </a:r>
          </a:p>
          <a:p>
            <a:r>
              <a:rPr lang="es-ES_tradnl" dirty="0">
                <a:latin typeface="Trebuchet MS" panose="020B0703020202090204" pitchFamily="34" charset="0"/>
              </a:rPr>
              <a:t>“erosionada”?</a:t>
            </a:r>
          </a:p>
          <a:p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703020202090204" pitchFamily="34" charset="0"/>
            </a:endParaRP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pic>
        <p:nvPicPr>
          <p:cNvPr id="6" name="Picture 5" descr="A black and white gradient&#10;&#10;AI-generated content may be incorrect.">
            <a:extLst>
              <a:ext uri="{FF2B5EF4-FFF2-40B4-BE49-F238E27FC236}">
                <a16:creationId xmlns:a16="http://schemas.microsoft.com/office/drawing/2014/main" id="{7DB18F12-11E0-D617-B13C-4415FC09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685" y="296238"/>
            <a:ext cx="2761343" cy="27613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A5CE9A-FE2B-0F1B-2BAA-785E15B880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79685" y="3223475"/>
            <a:ext cx="2761343" cy="27613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037E829F-9CC8-6AE4-7632-560764CF0906}"/>
              </a:ext>
            </a:extLst>
          </p:cNvPr>
          <p:cNvSpPr/>
          <p:nvPr/>
        </p:nvSpPr>
        <p:spPr>
          <a:xfrm>
            <a:off x="5540828" y="2788046"/>
            <a:ext cx="598715" cy="87085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2213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514F7-1951-1D8E-6718-0A510668C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2BD99A-3DF2-46FB-4F4C-04EA681DBFC1}"/>
              </a:ext>
            </a:extLst>
          </p:cNvPr>
          <p:cNvSpPr txBox="1"/>
          <p:nvPr/>
        </p:nvSpPr>
        <p:spPr>
          <a:xfrm>
            <a:off x="726503" y="381232"/>
            <a:ext cx="323589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Introducción:</a:t>
            </a:r>
          </a:p>
          <a:p>
            <a:endParaRPr lang="es-ES_tradnl" dirty="0">
              <a:latin typeface="Trebuchet MS" panose="020B0703020202090204" pitchFamily="34" charset="0"/>
            </a:endParaRPr>
          </a:p>
          <a:p>
            <a:r>
              <a:rPr lang="es-ES_tradnl" dirty="0">
                <a:latin typeface="Trebuchet MS" panose="020B0703020202090204" pitchFamily="34" charset="0"/>
              </a:rPr>
              <a:t>¿Qué pasa si esta imagen </a:t>
            </a:r>
          </a:p>
          <a:p>
            <a:r>
              <a:rPr lang="es-ES_tradnl" dirty="0">
                <a:latin typeface="Trebuchet MS" panose="020B0703020202090204" pitchFamily="34" charset="0"/>
              </a:rPr>
              <a:t>en tonos de gris es </a:t>
            </a:r>
          </a:p>
          <a:p>
            <a:r>
              <a:rPr lang="es-ES_tradnl" dirty="0">
                <a:latin typeface="Trebuchet MS" panose="020B0703020202090204" pitchFamily="34" charset="0"/>
              </a:rPr>
              <a:t>“dilatada”?</a:t>
            </a:r>
          </a:p>
          <a:p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703020202090204" pitchFamily="34" charset="0"/>
            </a:endParaRP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pic>
        <p:nvPicPr>
          <p:cNvPr id="6" name="Picture 5" descr="A black and white gradient&#10;&#10;AI-generated content may be incorrect.">
            <a:extLst>
              <a:ext uri="{FF2B5EF4-FFF2-40B4-BE49-F238E27FC236}">
                <a16:creationId xmlns:a16="http://schemas.microsoft.com/office/drawing/2014/main" id="{B7A3FCCE-7EF5-5CF2-1B59-A4AC363F5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685" y="296238"/>
            <a:ext cx="2761343" cy="27613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383A18-663C-15C3-A253-0C8D663079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79685" y="3223475"/>
            <a:ext cx="2761343" cy="27613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D01209CB-470B-D6FE-C08C-7D961C1EC8D3}"/>
              </a:ext>
            </a:extLst>
          </p:cNvPr>
          <p:cNvSpPr/>
          <p:nvPr/>
        </p:nvSpPr>
        <p:spPr>
          <a:xfrm>
            <a:off x="5540828" y="2788046"/>
            <a:ext cx="598715" cy="87085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108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  <a:p>
            <a:r>
              <a:rPr lang="es-ES_tradnl" dirty="0">
                <a:latin typeface="Trebuchet MS" panose="020B0703020202090204" pitchFamily="34" charset="0"/>
              </a:rPr>
              <a:t>Se usa cuando la iluminación del fondo no es homogénea y se quiere segmentar objetos pequeños claros. </a:t>
            </a:r>
          </a:p>
          <a:p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703020202090204" pitchFamily="34" charset="0"/>
            </a:endParaRP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3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  <a:p>
            <a:r>
              <a:rPr lang="es-ES_tradnl" dirty="0">
                <a:latin typeface="Trebuchet MS" panose="020B0703020202090204" pitchFamily="34" charset="0"/>
              </a:rPr>
              <a:t>Se usa cuando la iluminación del fondo no es homogénea y se quiere segmentar objetos pequeños claros. </a:t>
            </a:r>
          </a:p>
          <a:p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703020202090204" pitchFamily="34" charset="0"/>
            </a:endParaRPr>
          </a:p>
          <a:p>
            <a:r>
              <a:rPr lang="es-ES_tradn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703020202090204" pitchFamily="34" charset="0"/>
              </a:rPr>
              <a:t>Existe un filtro equivalente para objetos pequeños oscuros.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01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  <a:p>
            <a:r>
              <a:rPr lang="es-ES_tradnl" dirty="0">
                <a:latin typeface="Trebuchet MS" panose="020B0703020202090204" pitchFamily="34" charset="0"/>
              </a:rPr>
              <a:t>Se usa cuando la iluminación del fondo no es homogénea y se quiere segmentar objetos pequeños claros. </a:t>
            </a:r>
          </a:p>
          <a:p>
            <a:endParaRPr lang="es-ES_tradnl" dirty="0">
              <a:solidFill>
                <a:schemeClr val="tx1">
                  <a:lumMod val="50000"/>
                  <a:lumOff val="50000"/>
                </a:schemeClr>
              </a:solidFill>
              <a:latin typeface="Trebuchet MS" panose="020B0703020202090204" pitchFamily="34" charset="0"/>
            </a:endParaRP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354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  <a:p>
            <a:r>
              <a:rPr lang="es-ES_tradnl" dirty="0">
                <a:latin typeface="Trebuchet MS" panose="020B0703020202090204" pitchFamily="34" charset="0"/>
              </a:rPr>
              <a:t>Se usa cuando la iluminación del fondo no es homogénea y se quiere segmentar objetos pequeños claros.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6FE4DF-6F9D-344C-97D5-491142221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34" y="3114688"/>
            <a:ext cx="3200400" cy="32131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A5322A6-1DC4-1B4C-BC7D-8ED4194B929B}"/>
              </a:ext>
            </a:extLst>
          </p:cNvPr>
          <p:cNvGrpSpPr/>
          <p:nvPr/>
        </p:nvGrpSpPr>
        <p:grpSpPr>
          <a:xfrm>
            <a:off x="4187113" y="3117449"/>
            <a:ext cx="3725348" cy="3200400"/>
            <a:chOff x="4187113" y="3117449"/>
            <a:chExt cx="3725348" cy="32004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8534FF-41B7-1745-92FC-000706315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12061" y="3117449"/>
              <a:ext cx="3200400" cy="3200400"/>
            </a:xfrm>
            <a:prstGeom prst="rect">
              <a:avLst/>
            </a:prstGeom>
          </p:spPr>
        </p:pic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873792EB-C7CE-9E46-82CD-AC9BA8D836C8}"/>
                </a:ext>
              </a:extLst>
            </p:cNvPr>
            <p:cNvSpPr/>
            <p:nvPr/>
          </p:nvSpPr>
          <p:spPr>
            <a:xfrm>
              <a:off x="4187113" y="4578501"/>
              <a:ext cx="387626" cy="278295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A716249-6572-EA43-A59E-103C817C9A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8452" y="3134565"/>
            <a:ext cx="3204000" cy="317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4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DA2C2A-9467-7445-A899-236B8DFFADCE}"/>
              </a:ext>
            </a:extLst>
          </p:cNvPr>
          <p:cNvSpPr/>
          <p:nvPr/>
        </p:nvSpPr>
        <p:spPr>
          <a:xfrm>
            <a:off x="1232464" y="3688329"/>
            <a:ext cx="3277719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C0E00-E61A-AE4A-95A3-AE6D2FA5BFA6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510183" y="4297929"/>
            <a:ext cx="5431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EEFD89-F57D-3748-9BF8-AECA1B4CDE6B}"/>
              </a:ext>
            </a:extLst>
          </p:cNvPr>
          <p:cNvCxnSpPr/>
          <p:nvPr/>
        </p:nvCxnSpPr>
        <p:spPr>
          <a:xfrm>
            <a:off x="4783255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7B5C0F3-91D7-074F-9005-9F094EE7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01827" y="1949964"/>
            <a:ext cx="1408732" cy="139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DA2C2A-9467-7445-A899-236B8DFFADCE}"/>
              </a:ext>
            </a:extLst>
          </p:cNvPr>
          <p:cNvSpPr/>
          <p:nvPr/>
        </p:nvSpPr>
        <p:spPr>
          <a:xfrm>
            <a:off x="1232464" y="3688329"/>
            <a:ext cx="3277719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C0E00-E61A-AE4A-95A3-AE6D2FA5BFA6}"/>
              </a:ext>
            </a:extLst>
          </p:cNvPr>
          <p:cNvCxnSpPr>
            <a:cxnSpLocks/>
            <a:stCxn id="8" idx="3"/>
            <a:endCxn id="15" idx="2"/>
          </p:cNvCxnSpPr>
          <p:nvPr/>
        </p:nvCxnSpPr>
        <p:spPr>
          <a:xfrm>
            <a:off x="4510183" y="4297929"/>
            <a:ext cx="5431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A6DF78B-3B6A-8545-B71D-D0CE18A2D644}"/>
              </a:ext>
            </a:extLst>
          </p:cNvPr>
          <p:cNvSpPr/>
          <p:nvPr/>
        </p:nvSpPr>
        <p:spPr>
          <a:xfrm>
            <a:off x="5053308" y="3972109"/>
            <a:ext cx="651641" cy="65164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E6174D1-9E33-8D40-BB9B-346CF4DA8E48}"/>
              </a:ext>
            </a:extLst>
          </p:cNvPr>
          <p:cNvCxnSpPr>
            <a:cxnSpLocks/>
            <a:endCxn id="15" idx="4"/>
          </p:cNvCxnSpPr>
          <p:nvPr/>
        </p:nvCxnSpPr>
        <p:spPr>
          <a:xfrm rot="16200000" flipH="1">
            <a:off x="2813642" y="2058262"/>
            <a:ext cx="325821" cy="4805154"/>
          </a:xfrm>
          <a:prstGeom prst="bentConnector3">
            <a:avLst>
              <a:gd name="adj1" fmla="val 32268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E0BA87-2204-AF4E-8CCB-CA9387EF884B}"/>
              </a:ext>
            </a:extLst>
          </p:cNvPr>
          <p:cNvCxnSpPr/>
          <p:nvPr/>
        </p:nvCxnSpPr>
        <p:spPr>
          <a:xfrm>
            <a:off x="5253010" y="4318946"/>
            <a:ext cx="262759" cy="0"/>
          </a:xfrm>
          <a:prstGeom prst="line">
            <a:avLst/>
          </a:prstGeom>
          <a:ln w="635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EEFD89-F57D-3748-9BF8-AECA1B4CDE6B}"/>
              </a:ext>
            </a:extLst>
          </p:cNvPr>
          <p:cNvCxnSpPr/>
          <p:nvPr/>
        </p:nvCxnSpPr>
        <p:spPr>
          <a:xfrm>
            <a:off x="4783255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3AC62C-E9B0-B041-BB6C-B9198CF63993}"/>
              </a:ext>
            </a:extLst>
          </p:cNvPr>
          <p:cNvCxnSpPr/>
          <p:nvPr/>
        </p:nvCxnSpPr>
        <p:spPr>
          <a:xfrm>
            <a:off x="5889245" y="3548631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1E4495A-C4D6-EE4E-9041-429060D79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809" y="1948068"/>
            <a:ext cx="1408733" cy="14087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7B5C0F3-91D7-074F-9005-9F094EE7CA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01827" y="1949964"/>
            <a:ext cx="1408732" cy="1397639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A8D082-CF8A-0547-A83E-A9D55BA28E36}"/>
              </a:ext>
            </a:extLst>
          </p:cNvPr>
          <p:cNvCxnSpPr>
            <a:cxnSpLocks/>
          </p:cNvCxnSpPr>
          <p:nvPr/>
        </p:nvCxnSpPr>
        <p:spPr>
          <a:xfrm>
            <a:off x="5704954" y="4303185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46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DA2C2A-9467-7445-A899-236B8DFFADCE}"/>
              </a:ext>
            </a:extLst>
          </p:cNvPr>
          <p:cNvSpPr/>
          <p:nvPr/>
        </p:nvSpPr>
        <p:spPr>
          <a:xfrm>
            <a:off x="1232464" y="3688329"/>
            <a:ext cx="3277719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C0E00-E61A-AE4A-95A3-AE6D2FA5BFA6}"/>
              </a:ext>
            </a:extLst>
          </p:cNvPr>
          <p:cNvCxnSpPr>
            <a:cxnSpLocks/>
            <a:stCxn id="8" idx="3"/>
            <a:endCxn id="15" idx="2"/>
          </p:cNvCxnSpPr>
          <p:nvPr/>
        </p:nvCxnSpPr>
        <p:spPr>
          <a:xfrm>
            <a:off x="4510183" y="4297929"/>
            <a:ext cx="5431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A6DF78B-3B6A-8545-B71D-D0CE18A2D644}"/>
              </a:ext>
            </a:extLst>
          </p:cNvPr>
          <p:cNvSpPr/>
          <p:nvPr/>
        </p:nvSpPr>
        <p:spPr>
          <a:xfrm>
            <a:off x="5053308" y="3972109"/>
            <a:ext cx="651641" cy="65164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E6174D1-9E33-8D40-BB9B-346CF4DA8E48}"/>
              </a:ext>
            </a:extLst>
          </p:cNvPr>
          <p:cNvCxnSpPr>
            <a:cxnSpLocks/>
            <a:endCxn id="15" idx="4"/>
          </p:cNvCxnSpPr>
          <p:nvPr/>
        </p:nvCxnSpPr>
        <p:spPr>
          <a:xfrm rot="16200000" flipH="1">
            <a:off x="2813642" y="2058262"/>
            <a:ext cx="325821" cy="4805154"/>
          </a:xfrm>
          <a:prstGeom prst="bentConnector3">
            <a:avLst>
              <a:gd name="adj1" fmla="val 32268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E0BA87-2204-AF4E-8CCB-CA9387EF884B}"/>
              </a:ext>
            </a:extLst>
          </p:cNvPr>
          <p:cNvCxnSpPr/>
          <p:nvPr/>
        </p:nvCxnSpPr>
        <p:spPr>
          <a:xfrm>
            <a:off x="5253010" y="4318946"/>
            <a:ext cx="262759" cy="0"/>
          </a:xfrm>
          <a:prstGeom prst="line">
            <a:avLst/>
          </a:prstGeom>
          <a:ln w="635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EEFD89-F57D-3748-9BF8-AECA1B4CDE6B}"/>
              </a:ext>
            </a:extLst>
          </p:cNvPr>
          <p:cNvCxnSpPr/>
          <p:nvPr/>
        </p:nvCxnSpPr>
        <p:spPr>
          <a:xfrm>
            <a:off x="4783255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3AC62C-E9B0-B041-BB6C-B9198CF63993}"/>
              </a:ext>
            </a:extLst>
          </p:cNvPr>
          <p:cNvCxnSpPr/>
          <p:nvPr/>
        </p:nvCxnSpPr>
        <p:spPr>
          <a:xfrm>
            <a:off x="5889245" y="3548631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1E4495A-C4D6-EE4E-9041-429060D79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809" y="1948068"/>
            <a:ext cx="1408733" cy="14087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7B5C0F3-91D7-074F-9005-9F094EE7CA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01827" y="1949964"/>
            <a:ext cx="1408732" cy="1397639"/>
          </a:xfrm>
          <a:prstGeom prst="rect">
            <a:avLst/>
          </a:prstGeom>
        </p:spPr>
      </p:pic>
      <p:sp>
        <p:nvSpPr>
          <p:cNvPr id="29" name="Right Brace 28">
            <a:extLst>
              <a:ext uri="{FF2B5EF4-FFF2-40B4-BE49-F238E27FC236}">
                <a16:creationId xmlns:a16="http://schemas.microsoft.com/office/drawing/2014/main" id="{99981DE2-9FFF-C742-880E-52DCFD7F8361}"/>
              </a:ext>
            </a:extLst>
          </p:cNvPr>
          <p:cNvSpPr/>
          <p:nvPr/>
        </p:nvSpPr>
        <p:spPr>
          <a:xfrm rot="5400000">
            <a:off x="3305845" y="3522398"/>
            <a:ext cx="325822" cy="46515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6B5658-41CB-574E-B21F-155218009FB2}"/>
              </a:ext>
            </a:extLst>
          </p:cNvPr>
          <p:cNvSpPr txBox="1"/>
          <p:nvPr/>
        </p:nvSpPr>
        <p:spPr>
          <a:xfrm>
            <a:off x="3041372" y="6129707"/>
            <a:ext cx="849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TopHat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A8D082-CF8A-0547-A83E-A9D55BA28E36}"/>
              </a:ext>
            </a:extLst>
          </p:cNvPr>
          <p:cNvCxnSpPr>
            <a:cxnSpLocks/>
          </p:cNvCxnSpPr>
          <p:nvPr/>
        </p:nvCxnSpPr>
        <p:spPr>
          <a:xfrm>
            <a:off x="5704954" y="4303185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59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DA2C2A-9467-7445-A899-236B8DFFADCE}"/>
              </a:ext>
            </a:extLst>
          </p:cNvPr>
          <p:cNvSpPr/>
          <p:nvPr/>
        </p:nvSpPr>
        <p:spPr>
          <a:xfrm>
            <a:off x="1232464" y="3688329"/>
            <a:ext cx="3277719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C0E00-E61A-AE4A-95A3-AE6D2FA5BFA6}"/>
              </a:ext>
            </a:extLst>
          </p:cNvPr>
          <p:cNvCxnSpPr>
            <a:cxnSpLocks/>
            <a:stCxn id="8" idx="3"/>
            <a:endCxn id="15" idx="2"/>
          </p:cNvCxnSpPr>
          <p:nvPr/>
        </p:nvCxnSpPr>
        <p:spPr>
          <a:xfrm>
            <a:off x="4510183" y="4297929"/>
            <a:ext cx="5431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A6DF78B-3B6A-8545-B71D-D0CE18A2D644}"/>
              </a:ext>
            </a:extLst>
          </p:cNvPr>
          <p:cNvSpPr/>
          <p:nvPr/>
        </p:nvSpPr>
        <p:spPr>
          <a:xfrm>
            <a:off x="5053308" y="3972109"/>
            <a:ext cx="651641" cy="65164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E6174D1-9E33-8D40-BB9B-346CF4DA8E48}"/>
              </a:ext>
            </a:extLst>
          </p:cNvPr>
          <p:cNvCxnSpPr>
            <a:cxnSpLocks/>
            <a:endCxn id="15" idx="4"/>
          </p:cNvCxnSpPr>
          <p:nvPr/>
        </p:nvCxnSpPr>
        <p:spPr>
          <a:xfrm rot="16200000" flipH="1">
            <a:off x="2813642" y="2058262"/>
            <a:ext cx="325821" cy="4805154"/>
          </a:xfrm>
          <a:prstGeom prst="bentConnector3">
            <a:avLst>
              <a:gd name="adj1" fmla="val 32268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E0BA87-2204-AF4E-8CCB-CA9387EF884B}"/>
              </a:ext>
            </a:extLst>
          </p:cNvPr>
          <p:cNvCxnSpPr/>
          <p:nvPr/>
        </p:nvCxnSpPr>
        <p:spPr>
          <a:xfrm>
            <a:off x="5253010" y="4318946"/>
            <a:ext cx="262759" cy="0"/>
          </a:xfrm>
          <a:prstGeom prst="line">
            <a:avLst/>
          </a:prstGeom>
          <a:ln w="635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7D4FB48-722F-8943-BF69-F168D1CF98DC}"/>
              </a:ext>
            </a:extLst>
          </p:cNvPr>
          <p:cNvSpPr/>
          <p:nvPr/>
        </p:nvSpPr>
        <p:spPr>
          <a:xfrm>
            <a:off x="6248066" y="3719860"/>
            <a:ext cx="1282261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Umbral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B275A6-B1D8-C543-954C-2F19146A1778}"/>
              </a:ext>
            </a:extLst>
          </p:cNvPr>
          <p:cNvCxnSpPr>
            <a:cxnSpLocks/>
          </p:cNvCxnSpPr>
          <p:nvPr/>
        </p:nvCxnSpPr>
        <p:spPr>
          <a:xfrm>
            <a:off x="7514445" y="4313231"/>
            <a:ext cx="1188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EEFD89-F57D-3748-9BF8-AECA1B4CDE6B}"/>
              </a:ext>
            </a:extLst>
          </p:cNvPr>
          <p:cNvCxnSpPr/>
          <p:nvPr/>
        </p:nvCxnSpPr>
        <p:spPr>
          <a:xfrm>
            <a:off x="4783255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3AC62C-E9B0-B041-BB6C-B9198CF63993}"/>
              </a:ext>
            </a:extLst>
          </p:cNvPr>
          <p:cNvCxnSpPr/>
          <p:nvPr/>
        </p:nvCxnSpPr>
        <p:spPr>
          <a:xfrm>
            <a:off x="5889245" y="3548631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35FED2-29F9-7740-BB83-8C958CEF0F26}"/>
              </a:ext>
            </a:extLst>
          </p:cNvPr>
          <p:cNvCxnSpPr/>
          <p:nvPr/>
        </p:nvCxnSpPr>
        <p:spPr>
          <a:xfrm>
            <a:off x="804611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A5ADD0-7C0C-7A4E-AF63-738938F78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122" y="1947213"/>
            <a:ext cx="1403143" cy="14031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1E4495A-C4D6-EE4E-9041-429060D79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809" y="1948068"/>
            <a:ext cx="1408733" cy="14087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7B5C0F3-91D7-074F-9005-9F094EE7CA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01827" y="1949964"/>
            <a:ext cx="1408732" cy="1397639"/>
          </a:xfrm>
          <a:prstGeom prst="rect">
            <a:avLst/>
          </a:prstGeom>
        </p:spPr>
      </p:pic>
      <p:sp>
        <p:nvSpPr>
          <p:cNvPr id="29" name="Right Brace 28">
            <a:extLst>
              <a:ext uri="{FF2B5EF4-FFF2-40B4-BE49-F238E27FC236}">
                <a16:creationId xmlns:a16="http://schemas.microsoft.com/office/drawing/2014/main" id="{99981DE2-9FFF-C742-880E-52DCFD7F8361}"/>
              </a:ext>
            </a:extLst>
          </p:cNvPr>
          <p:cNvSpPr/>
          <p:nvPr/>
        </p:nvSpPr>
        <p:spPr>
          <a:xfrm rot="5400000">
            <a:off x="3305845" y="3522398"/>
            <a:ext cx="325822" cy="46515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6B5658-41CB-574E-B21F-155218009FB2}"/>
              </a:ext>
            </a:extLst>
          </p:cNvPr>
          <p:cNvSpPr txBox="1"/>
          <p:nvPr/>
        </p:nvSpPr>
        <p:spPr>
          <a:xfrm>
            <a:off x="3041372" y="6129707"/>
            <a:ext cx="849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TopHat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A8D082-CF8A-0547-A83E-A9D55BA28E36}"/>
              </a:ext>
            </a:extLst>
          </p:cNvPr>
          <p:cNvCxnSpPr>
            <a:cxnSpLocks/>
          </p:cNvCxnSpPr>
          <p:nvPr/>
        </p:nvCxnSpPr>
        <p:spPr>
          <a:xfrm>
            <a:off x="5704954" y="4303185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0977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649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DA2C2A-9467-7445-A899-236B8DFFADCE}"/>
              </a:ext>
            </a:extLst>
          </p:cNvPr>
          <p:cNvSpPr/>
          <p:nvPr/>
        </p:nvSpPr>
        <p:spPr>
          <a:xfrm>
            <a:off x="1232464" y="3688329"/>
            <a:ext cx="1344485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Erosión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3004307-B3B3-1148-AD5B-9DA7C8F56A83}"/>
              </a:ext>
            </a:extLst>
          </p:cNvPr>
          <p:cNvCxnSpPr>
            <a:cxnSpLocks/>
          </p:cNvCxnSpPr>
          <p:nvPr/>
        </p:nvCxnSpPr>
        <p:spPr>
          <a:xfrm>
            <a:off x="2577550" y="4301245"/>
            <a:ext cx="43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A779F7-7F93-EE40-9ACE-12DF5E036476}"/>
              </a:ext>
            </a:extLst>
          </p:cNvPr>
          <p:cNvCxnSpPr/>
          <p:nvPr/>
        </p:nvCxnSpPr>
        <p:spPr>
          <a:xfrm>
            <a:off x="2795431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D61FF457-DF4A-A54A-A5C1-8D903644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7316" y="1958175"/>
            <a:ext cx="1408732" cy="138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141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DA2C2A-9467-7445-A899-236B8DFFADCE}"/>
              </a:ext>
            </a:extLst>
          </p:cNvPr>
          <p:cNvSpPr/>
          <p:nvPr/>
        </p:nvSpPr>
        <p:spPr>
          <a:xfrm>
            <a:off x="1232464" y="3688329"/>
            <a:ext cx="1344485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Erosión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3004307-B3B3-1148-AD5B-9DA7C8F56A83}"/>
              </a:ext>
            </a:extLst>
          </p:cNvPr>
          <p:cNvCxnSpPr>
            <a:cxnSpLocks/>
          </p:cNvCxnSpPr>
          <p:nvPr/>
        </p:nvCxnSpPr>
        <p:spPr>
          <a:xfrm>
            <a:off x="2577550" y="4301245"/>
            <a:ext cx="43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A779F7-7F93-EE40-9ACE-12DF5E036476}"/>
              </a:ext>
            </a:extLst>
          </p:cNvPr>
          <p:cNvCxnSpPr/>
          <p:nvPr/>
        </p:nvCxnSpPr>
        <p:spPr>
          <a:xfrm>
            <a:off x="2795431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D61FF457-DF4A-A54A-A5C1-8D903644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7316" y="1958175"/>
            <a:ext cx="1408732" cy="138121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4869F6-29E5-B64B-AAD0-59F90417A5BA}"/>
              </a:ext>
            </a:extLst>
          </p:cNvPr>
          <p:cNvCxnSpPr>
            <a:cxnSpLocks/>
          </p:cNvCxnSpPr>
          <p:nvPr/>
        </p:nvCxnSpPr>
        <p:spPr>
          <a:xfrm>
            <a:off x="3975655" y="4297930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23DE81-64E8-1648-BBD6-C84E02D14563}"/>
              </a:ext>
            </a:extLst>
          </p:cNvPr>
          <p:cNvCxnSpPr/>
          <p:nvPr/>
        </p:nvCxnSpPr>
        <p:spPr>
          <a:xfrm>
            <a:off x="4783255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D0FABAD-2168-0F49-B8CB-CC18097EF275}"/>
              </a:ext>
            </a:extLst>
          </p:cNvPr>
          <p:cNvSpPr/>
          <p:nvPr/>
        </p:nvSpPr>
        <p:spPr>
          <a:xfrm>
            <a:off x="3011506" y="3694527"/>
            <a:ext cx="1337195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Dilatación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E1FA5F-9A64-004F-A73F-A869424D2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825" y="1947213"/>
            <a:ext cx="1408732" cy="14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92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DA2C2A-9467-7445-A899-236B8DFFADCE}"/>
              </a:ext>
            </a:extLst>
          </p:cNvPr>
          <p:cNvSpPr/>
          <p:nvPr/>
        </p:nvSpPr>
        <p:spPr>
          <a:xfrm>
            <a:off x="1232464" y="3688329"/>
            <a:ext cx="1344485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Erosión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C0E00-E61A-AE4A-95A3-AE6D2FA5BFA6}"/>
              </a:ext>
            </a:extLst>
          </p:cNvPr>
          <p:cNvCxnSpPr>
            <a:cxnSpLocks/>
          </p:cNvCxnSpPr>
          <p:nvPr/>
        </p:nvCxnSpPr>
        <p:spPr>
          <a:xfrm>
            <a:off x="3975655" y="4297930"/>
            <a:ext cx="108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A6DF78B-3B6A-8545-B71D-D0CE18A2D644}"/>
              </a:ext>
            </a:extLst>
          </p:cNvPr>
          <p:cNvSpPr/>
          <p:nvPr/>
        </p:nvSpPr>
        <p:spPr>
          <a:xfrm>
            <a:off x="5053308" y="3972109"/>
            <a:ext cx="651641" cy="65164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E6174D1-9E33-8D40-BB9B-346CF4DA8E48}"/>
              </a:ext>
            </a:extLst>
          </p:cNvPr>
          <p:cNvCxnSpPr>
            <a:cxnSpLocks/>
            <a:endCxn id="15" idx="4"/>
          </p:cNvCxnSpPr>
          <p:nvPr/>
        </p:nvCxnSpPr>
        <p:spPr>
          <a:xfrm rot="16200000" flipH="1">
            <a:off x="2813642" y="2058262"/>
            <a:ext cx="325821" cy="4805154"/>
          </a:xfrm>
          <a:prstGeom prst="bentConnector3">
            <a:avLst>
              <a:gd name="adj1" fmla="val 32268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E0BA87-2204-AF4E-8CCB-CA9387EF884B}"/>
              </a:ext>
            </a:extLst>
          </p:cNvPr>
          <p:cNvCxnSpPr/>
          <p:nvPr/>
        </p:nvCxnSpPr>
        <p:spPr>
          <a:xfrm>
            <a:off x="5253010" y="4318946"/>
            <a:ext cx="262759" cy="0"/>
          </a:xfrm>
          <a:prstGeom prst="line">
            <a:avLst/>
          </a:prstGeom>
          <a:ln w="635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5018AF-2252-6A4C-80D3-D429D0E6638E}"/>
              </a:ext>
            </a:extLst>
          </p:cNvPr>
          <p:cNvCxnSpPr>
            <a:cxnSpLocks/>
          </p:cNvCxnSpPr>
          <p:nvPr/>
        </p:nvCxnSpPr>
        <p:spPr>
          <a:xfrm>
            <a:off x="5704954" y="4303185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7D4FB48-722F-8943-BF69-F168D1CF98DC}"/>
              </a:ext>
            </a:extLst>
          </p:cNvPr>
          <p:cNvSpPr/>
          <p:nvPr/>
        </p:nvSpPr>
        <p:spPr>
          <a:xfrm>
            <a:off x="6248066" y="3719860"/>
            <a:ext cx="1282261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Umbral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B275A6-B1D8-C543-954C-2F19146A1778}"/>
              </a:ext>
            </a:extLst>
          </p:cNvPr>
          <p:cNvCxnSpPr>
            <a:cxnSpLocks/>
          </p:cNvCxnSpPr>
          <p:nvPr/>
        </p:nvCxnSpPr>
        <p:spPr>
          <a:xfrm>
            <a:off x="7514445" y="4313231"/>
            <a:ext cx="1188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EEFD89-F57D-3748-9BF8-AECA1B4CDE6B}"/>
              </a:ext>
            </a:extLst>
          </p:cNvPr>
          <p:cNvCxnSpPr/>
          <p:nvPr/>
        </p:nvCxnSpPr>
        <p:spPr>
          <a:xfrm>
            <a:off x="4783255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3AC62C-E9B0-B041-BB6C-B9198CF63993}"/>
              </a:ext>
            </a:extLst>
          </p:cNvPr>
          <p:cNvCxnSpPr/>
          <p:nvPr/>
        </p:nvCxnSpPr>
        <p:spPr>
          <a:xfrm>
            <a:off x="5889245" y="3548631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35FED2-29F9-7740-BB83-8C958CEF0F26}"/>
              </a:ext>
            </a:extLst>
          </p:cNvPr>
          <p:cNvCxnSpPr/>
          <p:nvPr/>
        </p:nvCxnSpPr>
        <p:spPr>
          <a:xfrm>
            <a:off x="804611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A5ADD0-7C0C-7A4E-AF63-738938F78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122" y="1947213"/>
            <a:ext cx="1403143" cy="14031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1E4495A-C4D6-EE4E-9041-429060D79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809" y="1948068"/>
            <a:ext cx="1408733" cy="1408733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7E01C26-8612-B045-B7FE-D272C7908153}"/>
              </a:ext>
            </a:extLst>
          </p:cNvPr>
          <p:cNvSpPr/>
          <p:nvPr/>
        </p:nvSpPr>
        <p:spPr>
          <a:xfrm>
            <a:off x="3011506" y="3694527"/>
            <a:ext cx="1337195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Dilatación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3004307-B3B3-1148-AD5B-9DA7C8F56A83}"/>
              </a:ext>
            </a:extLst>
          </p:cNvPr>
          <p:cNvCxnSpPr>
            <a:cxnSpLocks/>
          </p:cNvCxnSpPr>
          <p:nvPr/>
        </p:nvCxnSpPr>
        <p:spPr>
          <a:xfrm>
            <a:off x="2577550" y="4301245"/>
            <a:ext cx="43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ight Brace 31">
            <a:extLst>
              <a:ext uri="{FF2B5EF4-FFF2-40B4-BE49-F238E27FC236}">
                <a16:creationId xmlns:a16="http://schemas.microsoft.com/office/drawing/2014/main" id="{D17D3488-65E1-3544-800B-54F86DC3439D}"/>
              </a:ext>
            </a:extLst>
          </p:cNvPr>
          <p:cNvSpPr/>
          <p:nvPr/>
        </p:nvSpPr>
        <p:spPr>
          <a:xfrm rot="5400000">
            <a:off x="3305845" y="3522398"/>
            <a:ext cx="325822" cy="46515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AFE413-4DF4-BF45-BF14-087600565FA4}"/>
              </a:ext>
            </a:extLst>
          </p:cNvPr>
          <p:cNvSpPr txBox="1"/>
          <p:nvPr/>
        </p:nvSpPr>
        <p:spPr>
          <a:xfrm>
            <a:off x="3041372" y="6129707"/>
            <a:ext cx="849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TopHat</a:t>
            </a:r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3EF0223-510A-4E4E-9235-8746D86CF5D8}"/>
              </a:ext>
            </a:extLst>
          </p:cNvPr>
          <p:cNvCxnSpPr/>
          <p:nvPr/>
        </p:nvCxnSpPr>
        <p:spPr>
          <a:xfrm>
            <a:off x="2795431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BD4A2BF4-F5A1-AE4E-851E-7EED582167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37316" y="1958175"/>
            <a:ext cx="1408732" cy="138121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2F621F6-F9AE-2442-BAA9-93E1A57AD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1825" y="1947213"/>
            <a:ext cx="1408732" cy="14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351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C33F19-ACDF-5E42-94C2-BA9773957D6C}"/>
              </a:ext>
            </a:extLst>
          </p:cNvPr>
          <p:cNvSpPr txBox="1"/>
          <p:nvPr/>
        </p:nvSpPr>
        <p:spPr>
          <a:xfrm>
            <a:off x="715617" y="1083363"/>
            <a:ext cx="7911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Filtro </a:t>
            </a:r>
            <a:r>
              <a:rPr lang="es-ES_tradnl" sz="3600" dirty="0" err="1">
                <a:solidFill>
                  <a:srgbClr val="FF9300"/>
                </a:solidFill>
                <a:latin typeface="Trebuchet MS" panose="020B0703020202090204" pitchFamily="34" charset="0"/>
              </a:rPr>
              <a:t>TopHat</a:t>
            </a:r>
            <a:r>
              <a:rPr lang="es-ES_tradnl" sz="3600" dirty="0">
                <a:solidFill>
                  <a:srgbClr val="FF9300"/>
                </a:solidFill>
                <a:latin typeface="Trebuchet MS" panose="020B0703020202090204" pitchFamily="34" charset="0"/>
              </a:rPr>
              <a:t>:</a:t>
            </a:r>
          </a:p>
          <a:p>
            <a:endParaRPr lang="es-ES_tradnl" dirty="0">
              <a:latin typeface="Trebuchet MS" panose="020B070302020209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DA2C2A-9467-7445-A899-236B8DFFADCE}"/>
              </a:ext>
            </a:extLst>
          </p:cNvPr>
          <p:cNvSpPr/>
          <p:nvPr/>
        </p:nvSpPr>
        <p:spPr>
          <a:xfrm>
            <a:off x="1232464" y="3688329"/>
            <a:ext cx="3277719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Apertura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FA5D18-817B-474C-A646-51FF8DC7D19F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57200" y="4297929"/>
            <a:ext cx="775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C0E00-E61A-AE4A-95A3-AE6D2FA5BFA6}"/>
              </a:ext>
            </a:extLst>
          </p:cNvPr>
          <p:cNvCxnSpPr>
            <a:cxnSpLocks/>
            <a:stCxn id="8" idx="3"/>
            <a:endCxn id="15" idx="2"/>
          </p:cNvCxnSpPr>
          <p:nvPr/>
        </p:nvCxnSpPr>
        <p:spPr>
          <a:xfrm>
            <a:off x="4510183" y="4297929"/>
            <a:ext cx="54312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A6DF78B-3B6A-8545-B71D-D0CE18A2D644}"/>
              </a:ext>
            </a:extLst>
          </p:cNvPr>
          <p:cNvSpPr/>
          <p:nvPr/>
        </p:nvSpPr>
        <p:spPr>
          <a:xfrm>
            <a:off x="5053308" y="3972109"/>
            <a:ext cx="651641" cy="65164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FE6174D1-9E33-8D40-BB9B-346CF4DA8E48}"/>
              </a:ext>
            </a:extLst>
          </p:cNvPr>
          <p:cNvCxnSpPr>
            <a:cxnSpLocks/>
            <a:endCxn id="15" idx="4"/>
          </p:cNvCxnSpPr>
          <p:nvPr/>
        </p:nvCxnSpPr>
        <p:spPr>
          <a:xfrm rot="16200000" flipH="1">
            <a:off x="2813642" y="2058262"/>
            <a:ext cx="325821" cy="4805154"/>
          </a:xfrm>
          <a:prstGeom prst="bentConnector3">
            <a:avLst>
              <a:gd name="adj1" fmla="val 32268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E0BA87-2204-AF4E-8CCB-CA9387EF884B}"/>
              </a:ext>
            </a:extLst>
          </p:cNvPr>
          <p:cNvCxnSpPr/>
          <p:nvPr/>
        </p:nvCxnSpPr>
        <p:spPr>
          <a:xfrm>
            <a:off x="5253010" y="4318946"/>
            <a:ext cx="262759" cy="0"/>
          </a:xfrm>
          <a:prstGeom prst="line">
            <a:avLst/>
          </a:prstGeom>
          <a:ln w="635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7D4FB48-722F-8943-BF69-F168D1CF98DC}"/>
              </a:ext>
            </a:extLst>
          </p:cNvPr>
          <p:cNvSpPr/>
          <p:nvPr/>
        </p:nvSpPr>
        <p:spPr>
          <a:xfrm>
            <a:off x="6248066" y="3719860"/>
            <a:ext cx="1282261" cy="1219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Umbral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B275A6-B1D8-C543-954C-2F19146A1778}"/>
              </a:ext>
            </a:extLst>
          </p:cNvPr>
          <p:cNvCxnSpPr>
            <a:cxnSpLocks/>
          </p:cNvCxnSpPr>
          <p:nvPr/>
        </p:nvCxnSpPr>
        <p:spPr>
          <a:xfrm>
            <a:off x="7514445" y="4313231"/>
            <a:ext cx="1188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CEF3C7-D63B-D547-ABA2-1E76EEDB4843}"/>
              </a:ext>
            </a:extLst>
          </p:cNvPr>
          <p:cNvCxnSpPr/>
          <p:nvPr/>
        </p:nvCxnSpPr>
        <p:spPr>
          <a:xfrm>
            <a:off x="69686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EEFD89-F57D-3748-9BF8-AECA1B4CDE6B}"/>
              </a:ext>
            </a:extLst>
          </p:cNvPr>
          <p:cNvCxnSpPr/>
          <p:nvPr/>
        </p:nvCxnSpPr>
        <p:spPr>
          <a:xfrm>
            <a:off x="4783255" y="3553886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13AC62C-E9B0-B041-BB6C-B9198CF63993}"/>
              </a:ext>
            </a:extLst>
          </p:cNvPr>
          <p:cNvCxnSpPr/>
          <p:nvPr/>
        </p:nvCxnSpPr>
        <p:spPr>
          <a:xfrm>
            <a:off x="5889245" y="3548631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35FED2-29F9-7740-BB83-8C958CEF0F26}"/>
              </a:ext>
            </a:extLst>
          </p:cNvPr>
          <p:cNvCxnSpPr/>
          <p:nvPr/>
        </p:nvCxnSpPr>
        <p:spPr>
          <a:xfrm>
            <a:off x="8046113" y="3544067"/>
            <a:ext cx="0" cy="50161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3CA291D-13BF-BC45-90B0-470D06FD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4" y="1948068"/>
            <a:ext cx="1408733" cy="1414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A5ADD0-7C0C-7A4E-AF63-738938F78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122" y="1947213"/>
            <a:ext cx="1403143" cy="14031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1E4495A-C4D6-EE4E-9041-429060D79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6809" y="1948068"/>
            <a:ext cx="1408733" cy="1408733"/>
          </a:xfrm>
          <a:prstGeom prst="rect">
            <a:avLst/>
          </a:prstGeom>
        </p:spPr>
      </p:pic>
      <p:sp>
        <p:nvSpPr>
          <p:cNvPr id="29" name="Right Brace 28">
            <a:extLst>
              <a:ext uri="{FF2B5EF4-FFF2-40B4-BE49-F238E27FC236}">
                <a16:creationId xmlns:a16="http://schemas.microsoft.com/office/drawing/2014/main" id="{99981DE2-9FFF-C742-880E-52DCFD7F8361}"/>
              </a:ext>
            </a:extLst>
          </p:cNvPr>
          <p:cNvSpPr/>
          <p:nvPr/>
        </p:nvSpPr>
        <p:spPr>
          <a:xfrm rot="5400000">
            <a:off x="3305845" y="3522398"/>
            <a:ext cx="325822" cy="46515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6B5658-41CB-574E-B21F-155218009FB2}"/>
              </a:ext>
            </a:extLst>
          </p:cNvPr>
          <p:cNvSpPr txBox="1"/>
          <p:nvPr/>
        </p:nvSpPr>
        <p:spPr>
          <a:xfrm>
            <a:off x="3041372" y="6129707"/>
            <a:ext cx="849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TopHat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A8D082-CF8A-0547-A83E-A9D55BA28E36}"/>
              </a:ext>
            </a:extLst>
          </p:cNvPr>
          <p:cNvCxnSpPr>
            <a:cxnSpLocks/>
          </p:cNvCxnSpPr>
          <p:nvPr/>
        </p:nvCxnSpPr>
        <p:spPr>
          <a:xfrm>
            <a:off x="5704954" y="4303185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7B40EA9-2205-554A-B256-A44E475D2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825" y="1947213"/>
            <a:ext cx="1408732" cy="140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8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10479</TotalTime>
  <Words>195</Words>
  <Application>Microsoft Macintosh PowerPoint</Application>
  <PresentationFormat>On-screen Show (4:3)</PresentationFormat>
  <Paragraphs>66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Domingo Mery</dc:creator>
  <cp:lastModifiedBy>Domingo Mery</cp:lastModifiedBy>
  <cp:revision>107</cp:revision>
  <dcterms:created xsi:type="dcterms:W3CDTF">2015-02-23T15:04:12Z</dcterms:created>
  <dcterms:modified xsi:type="dcterms:W3CDTF">2025-11-04T13:47:43Z</dcterms:modified>
</cp:coreProperties>
</file>